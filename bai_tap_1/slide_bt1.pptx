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0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>
      <p:cViewPr varScale="1">
        <p:scale>
          <a:sx n="111" d="100"/>
          <a:sy n="111" d="100"/>
        </p:scale>
        <p:origin x="3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C3F2-7606-8573-6F95-EDC21712D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599" cy="2387600"/>
          </a:xfrm>
        </p:spPr>
        <p:txBody>
          <a:bodyPr anchor="ctr"/>
          <a:lstStyle>
            <a:lvl1pPr algn="ctr">
              <a:defRPr sz="6000" b="1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E4BD5-3F94-D34C-948C-86D5E402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BCD9B-CE16-FC56-D736-8FD1D08D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1A56D-49BD-12CB-5A41-A89ABB4A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endParaRPr lang="en-VN">
              <a:solidFill>
                <a:srgbClr val="21409A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5329-3F8E-32BF-8731-7B989FC6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4427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12C9-01A2-F69C-4863-3C54D0E3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31"/>
            <a:ext cx="10515600" cy="951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FA2A-31AF-88CC-8ACE-BF19E442C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714"/>
            <a:ext cx="10515600" cy="3793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86498-72F1-249D-8C03-68AF81E2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E337-BF27-2496-0B98-F6639BBB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859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C06F6-6C30-B063-A0BB-949595E8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409A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3768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4A87-6FC1-4666-0F2A-639F2488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536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835CC-EE89-24BC-2072-92D9724B3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16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1409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4C817-FAC3-15A6-0E1C-9FD92D5A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30869-839E-DBC0-DBF9-612D9B29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43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9DB6-CDF6-315D-63E8-0C4C3FB6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1199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F1A3-45B2-8367-78BB-DF2D6837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0962"/>
            <a:ext cx="10515600" cy="8380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A26BE-6043-4C3B-F448-6E9ABCD5A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37719"/>
            <a:ext cx="5181600" cy="4039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8A412-5358-69F6-0DA8-D0B6E24BE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7719"/>
            <a:ext cx="5181600" cy="4039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E7B3-3CD9-7EBC-C9FD-B8EAC5AE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99620-B4AB-691C-7321-70313D31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07502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CE1A1-3589-41A9-AB7D-0D324D02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671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67D4-C3AA-7899-311A-3DF8DE16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48031"/>
            <a:ext cx="10515600" cy="504441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981A-BAAE-F213-0589-2CD02A4D3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944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4592C-4713-B4BC-32ED-D7D69EC4E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93773"/>
            <a:ext cx="5157787" cy="34104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60E27-55B0-60EC-EF46-51600BB63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944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D1BA-DA63-80A9-7C95-7A44950C9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93773"/>
            <a:ext cx="5183188" cy="34104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3FA12-C155-A727-4D96-AB76B5ADD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D2261-79E7-42BC-65DB-48C4EDBE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45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6A95A-9446-9074-C075-AC22FFC8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7519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A213-EF21-B196-9148-E5C0C567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4817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50238-AB7A-DC3E-0F7F-D0ED0C57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139A9-09CF-EE66-A7D0-00A04C82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DE25E-6920-9B68-D3D7-C4978105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2751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BB07D-2F87-EAB3-A430-43C4B47A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B1729-F541-38C4-4120-CC6C2F7D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A3814-BD12-6CC0-4C44-9C57BDEE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5603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3BA8-44F6-4B5D-3247-1104EAF4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52462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CA4D8-98EA-F5FC-7075-80F29E1C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7143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41AE8-BA71-06EA-8883-0CC7F661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64476"/>
            <a:ext cx="3932237" cy="288423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1574F-CB73-747C-19DE-D0F37AEA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360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F6199-E49A-2BD9-B63B-8931B127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606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A3537-2871-3D82-A128-E61A0EE5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360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8371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E65-0850-44DA-C844-318A44172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48031"/>
            <a:ext cx="3932237" cy="1427215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3D9185-01FC-B206-8FE8-AAFD2023A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AA392-FB09-9952-9669-94BAF62A1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80270"/>
            <a:ext cx="3932237" cy="308871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BB13D-D9AC-5CF0-3E00-D4B20F7F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393A2-5E10-F95A-E1F9-2970BB75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B4514-7935-15A5-5E47-E147B1438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5208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9F65D-FFC0-A921-1824-CC320D80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3892"/>
            <a:ext cx="10515600" cy="10234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BE4A2-1D94-648D-ADF5-9463D8900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236573"/>
            <a:ext cx="10515600" cy="3855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E308-075E-7FF9-F294-7C4A2734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1F514-D604-8136-53AF-8BC75909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70431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9B017-D93A-FAA3-BB36-23C31804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7459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D2259-ABA8-CACD-DAD3-0E197BAA6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223319"/>
            <a:ext cx="2628900" cy="48314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8D7A0-33D6-0687-4CC0-17A05982C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223319"/>
            <a:ext cx="7734300" cy="48314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F00D5-18F2-315C-897C-69E1FE21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440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A73F7-A1FB-A4A2-8E6F-B0E64EA8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70431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07371-793F-27CD-9BB7-B6419098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0F28-3B7A-6E45-A7B4-D64A745868A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5134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C3F2-7606-8573-6F95-EDC21712D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135" y="1480709"/>
            <a:ext cx="5649097" cy="4351680"/>
          </a:xfrm>
        </p:spPr>
        <p:txBody>
          <a:bodyPr anchor="ctr"/>
          <a:lstStyle>
            <a:lvl1pPr algn="ctr">
              <a:defRPr sz="6000" b="1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3278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151BE-7E94-CC11-BE59-479B26EF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B2091-440E-8AE7-629B-5A162CC5A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0E0F5-495D-E9A1-4670-50D69129B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388D6A0A-1F92-6B44-892F-08A0955FA7F7}" type="datetimeFigureOut">
              <a:rPr lang="en-VN"/>
              <a:pPr/>
              <a:t>09/16/2026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C1677-D119-7E5E-704D-1329CB3E5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endParaRPr lang="en-VN">
              <a:solidFill>
                <a:srgbClr val="21409A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F64E6-44CF-B2E1-961E-FC0BB3D10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1409A"/>
                </a:solidFill>
                <a:latin typeface="SF Pro Display" panose="02000000000000000000" pitchFamily="2" charset="0"/>
                <a:ea typeface="SF Pro Display" panose="02000000000000000000" pitchFamily="2" charset="0"/>
                <a:cs typeface="SF Pro Display" panose="02000000000000000000" pitchFamily="2" charset="0"/>
              </a:defRPr>
            </a:lvl1pPr>
          </a:lstStyle>
          <a:p>
            <a:fld id="{FC4D0F28-3B7A-6E45-A7B4-D64A745868AE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342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409A"/>
          </a:solidFill>
          <a:latin typeface="Bai Jamjuree" pitchFamily="2" charset="-34"/>
          <a:ea typeface="+mj-ea"/>
          <a:cs typeface="Bai Jamjuree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409A"/>
          </a:solidFill>
          <a:latin typeface="SF Pro Display" panose="02000000000000000000" pitchFamily="2" charset="0"/>
          <a:ea typeface="SF Pro Display" panose="02000000000000000000" pitchFamily="2" charset="0"/>
          <a:cs typeface="SF Pro Display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65F27A-E4D0-8949-AB90-8ADB9BD59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158"/>
            <a:ext cx="12192000" cy="603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7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99EAD9-D2AB-D4CB-79D5-18AF2C42E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596"/>
            <a:ext cx="11343736" cy="5765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C3D3BE-EDDB-D164-319B-7AF0726B3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390" y="6629368"/>
            <a:ext cx="781159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6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3FEB2-5776-0E24-D2BB-32EA882F8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806"/>
            <a:ext cx="11353799" cy="573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98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Bai Jamjuree</vt:lpstr>
      <vt:lpstr>SF Pro Display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Huỳnh Phú Vinh</dc:creator>
  <cp:lastModifiedBy>Lê Anh Duy</cp:lastModifiedBy>
  <cp:revision>8</cp:revision>
  <dcterms:created xsi:type="dcterms:W3CDTF">2026-01-13T01:30:23Z</dcterms:created>
  <dcterms:modified xsi:type="dcterms:W3CDTF">2026-09-16T02:18:04Z</dcterms:modified>
</cp:coreProperties>
</file>